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FAE5-6DB5-4A22-8058-683BCDC6E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1C940-BA1B-4D8F-A87D-D2738FDEF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001BA-8991-4B6B-AA78-2FC70400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6C3B6-6686-42C0-B485-EE490322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0EFD5-6096-483E-830E-34B5987C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4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36FE-46D3-4E78-B22B-9BBDFCBF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5A51E-C507-4FAF-B83C-D63BEB337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01509-5635-43C2-B42B-FF25E98B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0F56D-8735-439F-9878-82C0C17A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21314-3A95-40F1-B335-91F9735C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9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79AC-08E3-479A-A090-855D5CAE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29C90-0160-45FE-B7DC-0464ABF0F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A8D9-C0D8-4562-B2F5-3709D2EE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09C8A-4BBE-4CC0-B6B0-181D95AB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4B980-4723-4065-AB85-2F2BF488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CB6E-6F97-4DC0-9790-B7F97DDA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B854C-BEA0-4FE8-95D1-67A342BAC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AE067-0FFA-4C52-8714-A080DD989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12996-D809-4B59-8045-A89C8285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3A390-4B94-4871-8A61-EAC86172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C442B-E83C-40B4-8648-108D8EDE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3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7720-8991-4EA7-80CA-6EF4C96F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5E2BC-E277-4BF4-9584-9B7F0CCCA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E3F27-197D-485F-B174-871A3F0E0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A4A07-268E-4796-8524-34CD47C5D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0904D-78FD-45D1-8639-C0ADC8CF9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5A1F5-DFE0-4CBF-AE9A-1CF1627C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FFC60-B09E-486E-89FD-C174DDFC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49796-7417-4E81-8344-E9F4937A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9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2780-46E9-4624-8E9A-B46516DF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1BF79-845F-4EA2-9D1C-27BB31271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6C771-66BA-462F-B8CA-81EC8BAF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1C01F-AEAC-4AC2-8638-9BA159A0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8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FBDD2-3CA3-4BC1-A78B-5A67BC79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6CF97-FC56-4054-B918-0DFA0AF7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E5E25-5CD8-4065-B825-8269D9AF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5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8884-CDAC-4D20-BBC6-28104C6C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692D-2136-4559-99A1-7F371064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8C371-55B3-4D0E-9B0B-8D727350B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7C87C-7ED3-4443-B231-F9F7A193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C4177-52C5-4741-9718-108E7AF8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D5B14-D559-4B9B-956C-0DDD86EE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56A1-78AA-4DDC-B9D0-601E2023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F2227-7AC8-42F5-8C27-15D43FAC9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4A775-42C6-4A47-A9BC-8A2370321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E6E54-4E65-4EF8-9737-F706470F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796B8-1EC1-4DEE-8819-1CB45848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6E9C2-8F07-451F-A442-DA79901B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7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A191-FDAA-4AA6-BE79-E3599A0D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E5631-FC52-4EC1-87A1-BCA35AD9C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0816-2701-49CA-8BAB-17F0B3D2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62096-D477-48AF-8F6E-D2210F56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69D2-BC1F-40EB-A2DA-06F54D6F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8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C74534-A464-41D5-9CF4-27E442A00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8D8D0-78B3-4A8C-A098-760AC1393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533B2-625F-4693-ADEF-D558ECA5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D324A-0732-4CF1-A041-E0597FD1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0C45F-9014-4828-A1B4-20B9DA03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9D96D-D06B-4644-9FBA-53C431D4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019F5-D86B-437A-A00C-655CB0026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1A7A-F030-4595-B8CD-15497AD99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4BE70-8E3A-4535-9271-DFCED1C5124B}" type="datetimeFigureOut">
              <a:rPr lang="en-US" smtClean="0"/>
              <a:t>02/27/22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D3A80-F55C-47E0-862D-6FEB0DD7C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23592-C321-4D8C-8D19-2FDC31225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7F316-75ED-4761-ACA7-2B4DFF395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DDC96DD-CC89-4263-A82D-3EC8B2611E93}"/>
              </a:ext>
            </a:extLst>
          </p:cNvPr>
          <p:cNvSpPr txBox="1">
            <a:spLocks/>
          </p:cNvSpPr>
          <p:nvPr/>
        </p:nvSpPr>
        <p:spPr>
          <a:xfrm>
            <a:off x="3285523" y="246602"/>
            <a:ext cx="5257798" cy="7262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Shadow Removal Example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6EA37B-D23A-4EE9-9DC5-7795FF6FD5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734" y="1184257"/>
            <a:ext cx="5453551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AECF13-D841-4CF0-9973-F3D502562D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0284" y="1184257"/>
            <a:ext cx="5455138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564FB2-18F7-428C-8E43-2509E661E43A}"/>
              </a:ext>
            </a:extLst>
          </p:cNvPr>
          <p:cNvSpPr txBox="1"/>
          <p:nvPr/>
        </p:nvSpPr>
        <p:spPr>
          <a:xfrm>
            <a:off x="2358953" y="6026623"/>
            <a:ext cx="1696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Original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6F16-AC55-4FBF-BDFD-E3042386CD07}"/>
              </a:ext>
            </a:extLst>
          </p:cNvPr>
          <p:cNvSpPr txBox="1"/>
          <p:nvPr/>
        </p:nvSpPr>
        <p:spPr>
          <a:xfrm>
            <a:off x="8205838" y="6026622"/>
            <a:ext cx="2004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Enhanced</a:t>
            </a:r>
          </a:p>
        </p:txBody>
      </p:sp>
    </p:spTree>
    <p:extLst>
      <p:ext uri="{BB962C8B-B14F-4D97-AF65-F5344CB8AC3E}">
        <p14:creationId xmlns:p14="http://schemas.microsoft.com/office/powerpoint/2010/main" val="393648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6FBA-5B25-4629-953B-C42D1ADE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523" y="246602"/>
            <a:ext cx="5257798" cy="726224"/>
          </a:xfrm>
        </p:spPr>
        <p:txBody>
          <a:bodyPr vert="horz" wrap="square" lIns="91440" tIns="45720" rIns="91440" bIns="45720" rtlCol="0" anchor="ctr">
            <a:normAutofit fontScale="90000"/>
          </a:bodyPr>
          <a:lstStyle/>
          <a:p>
            <a:r>
              <a:rPr lang="en-US" sz="4000" dirty="0"/>
              <a:t>Shadow Removal Example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23A1A-AE41-40C9-A822-38668FF4DCD4}"/>
              </a:ext>
            </a:extLst>
          </p:cNvPr>
          <p:cNvSpPr txBox="1"/>
          <p:nvPr/>
        </p:nvSpPr>
        <p:spPr>
          <a:xfrm>
            <a:off x="2136531" y="6026623"/>
            <a:ext cx="1696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Original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5EEBB-F402-4DDC-A275-F6921C79C10F}"/>
              </a:ext>
            </a:extLst>
          </p:cNvPr>
          <p:cNvSpPr txBox="1"/>
          <p:nvPr/>
        </p:nvSpPr>
        <p:spPr>
          <a:xfrm>
            <a:off x="7983416" y="6026622"/>
            <a:ext cx="2004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Enhanced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D155F-1F1D-4797-89A2-E8B61EE1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686" y="1274622"/>
            <a:ext cx="5595550" cy="475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35F5BC-0FE8-4569-84B7-851C67EE0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60" y="1274620"/>
            <a:ext cx="5563455" cy="475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1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Shadow Removal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Junxiang Huang</dc:creator>
  <cp:lastModifiedBy>Junxiang Huang</cp:lastModifiedBy>
  <cp:revision>1</cp:revision>
  <dcterms:created xsi:type="dcterms:W3CDTF">2022-02-27T21:38:11Z</dcterms:created>
  <dcterms:modified xsi:type="dcterms:W3CDTF">2022-02-27T21:38:24Z</dcterms:modified>
</cp:coreProperties>
</file>